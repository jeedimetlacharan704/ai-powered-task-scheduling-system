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  <a:latin typeface="Times New Roman"/>
              </a:defRPr>
            </a:pPr>
            <a:r>
              <a:t>TaskMind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Times New Roman"/>
              </a:defRPr>
            </a:pPr>
            <a:r>
              <a:t>AI-Powered Task Scheduler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  <a:latin typeface="Times New Roman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Times New Roman"/>
              </a:defRPr>
            </a:pPr>
            <a:r>
              <a:t>Advanced Python Scheduler (APScheduler) with AI Priority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1. Abstract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2. Introduction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3. Need for the Study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4. Objectives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5. Literature Survey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6. Methodology Used to Achieve Objectives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7. Software Requirements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8. Execution Screenshots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9. Code in Separated Files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10. Creativity and Innovation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11. Future Scope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12.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TaskMind is an AI-powered task scheduling system that automatically prioritizes and executes tasks based on multiple factors including deadline urgency, task complexity, and execution history.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Unlike traditional OS schedulers that use simple First-Come-First-Serve or round-robin algorithms, TaskMind employs a sophisticated AI scoring mechanism that dynamically calculates priority scores for each task.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The system provides real-time monitoring of system resources (CPU and Memory), visual dashboards for task management, and an intuitive web interface for task submission and monitoring.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This project demonstrates the application of AI in optimizing task scheduling, which has significant real-world applications in healthcare, financial trading, e-commerce, and data centers.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The implementation uses modern web technologies with a Python backend, providing both scalability and ease of deployment across various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 scheduling is a fundamental concept in operating systems that determines which process runs at what time on the CPU.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Traditional schedulers like FCFS, SJF, Round Robin, and Priority Scheduling have limitations in handling real-world scenarios where multiple factors influence task urgency.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TaskMind addresses these limitations by implementing an AI-based priority scoring system that considers deadline proximity, task complexity, and historical execution performance.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The system acts as a layer above traditional OS scheduling, providing intelligent task prioritization for applications requiring complex scheduling decisions.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With the increasing complexity of modern computing workloads, AI-powered scheduling becomes essential for optimizing resource utilization and meeting service level agreements.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Need for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Modern applications require intelligent scheduling beyond simple time-based prioritization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Real-time systems need to balance multiple competing priorities simultaneously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Existing scheduling algorithms lack adaptability and learning capabilities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Growing demand for personalized task management in enterprise environments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Need for transparent, explainable scheduling decisions in critical applications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Gap between theoretical OS scheduling concepts and practical AI applications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Requirement for visual dashboards to monitor scheduling performance in real-time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Demand for scalable solutions that can handle both simple and complex scheduling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develop an AI-powered task scheduling system using APScheduler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implement dynamic priority calculation based on multiple factors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create a real-time resource monitoring dashboard for CPU and Memory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design an intuitive web interface for task management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demonstrate OS scheduling concepts through practical implementation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provide task execution history tracking and analytics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implement task dependencies and DAG-based scheduling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To create a system that can be deployed on both local and cloud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Traditional OS schedulers (FCFS, SJF, Round Robin) - Basis for all modern scheduling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APScheduler (Advanced Python Scheduler) - Industry-standard Python task scheduling library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Priority Inversion and Inheritance Protocols - Handle priority conflicts in real systems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Multi-level Feedback Queue Scheduling - Adaptive algorithm using historical data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Earliest Deadline First (EDF) - Real-time scheduling based on time constraints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Machine Learning in Job Scheduling - Research shows 40-60% improvement in resource utilization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Cloud-based Task Orchestration (Kubernetes, Airflow) - Modern distributed scheduling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Methodology -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8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HTML5, CSS3, Tailwind CSS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User Interface Design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Chart.js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Real-time Resource Visualization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Python FastAPI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REST API Development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AI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Custom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Priority Score Calculation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Task Queue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APScheduler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Task Scheduling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Uvicorn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ASGI Server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Local Deploy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Local Development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Cloud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Times New Roman"/>
                        </a:defRPr>
                      </a:pPr>
                      <a:r>
                        <a:t>Production Deployment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Methodology - AI Priority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AI Priority Score = (Deadline Factor × 0.5) + (Complexity Factor × 0.3) + (History Factor × 0.2)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Deadline Factor: Calculated based on hours remaining until deadline (0-100 scale)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Complexity Factor: User-provided complexity value scaled by 10 (1-10 input = 10-100 output)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History Factor: Based on past execution success rate and average duration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Tasks are sorted in descending order of priority score for execution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Real-time updates recalculate priorities as conditions change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Resource monitoring runs in parallel, tracking CPU and memory usage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Dashboard provides visual feedback of all scheduling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Python 3.8+ - Programming Language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FastAPI - Modern web framework for API development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APScheduler - Task scheduling library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Uvicorn - ASGI server for running FastAPI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Node.js - For local server deployment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Tailwind CSS - Utility-first CSS framework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Chart.js - JavaScript library for charts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Git - Version control system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Visual Studio Code / PyCharm - IDE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Chrome/Firefox Browser - For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Processor: Intel Core i3 or equivalent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RAM: Minimum 4GB (Recommended 8GB)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Storage: 1GB available space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Network: Internet connection for cloud deployment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Display: 1280x720 minimum resolution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OS: Windows 10+, macOS, or Linux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Execution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Dashboard showing Total Tasks, Running, Completed counts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 Queue displaying all tasks with priority scores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AI Priority Queue ranking tasks by calculated priority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System Resources panel with CPU and Memory charts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Add Task form with Name, Complexity, Duration, Deadline fields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Execute Next button triggering highest priority task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Run button for individual task execution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Success toast notifications for completed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src/ai_scheduler/__init__.py - Package initialization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src/ai_scheduler/web.py - FastAPI web application and HTML dashboard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src/ai_scheduler/priority_scorer.py - AI priority calculation algorithm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src/ai_scheduler/resource_monitor.py - CPU/Memory monitoring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src/ai_scheduler/dashboard.py - Task dashboard management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src/ai_scheduler/storage.py - Task data persistence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src/ai_scheduler/dag.py - Task dependency graph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api/index.js - Vercel serverless function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local-server.js - Node.js local server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main.py - Python application entry point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examples/ai_scheduler_demo.py - Demonstration script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Key Code - Priority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def calculate_priority(self, deadline_factor, complexity, history_score):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# Weighted combination of factors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priority = (deadline_factor * 0.5) + (complexity * 0.3) + (history_score * 0.2)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return min(100, max(0, priority))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def suggest_execution_order(self, task_ids):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# Sort tasks by priority in descending order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ranked = [(tid, self.get_priority_score(tid)) for tid in task_ids]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ranked.sort(key=lambda x: x[1], reverse=True)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    return [task_id for task_id, _ in ranked]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Creativity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AI-Driven Prioritization: Combines multiple factors unlike traditional schedulers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Real-time Visualization: Live charts for CPU and memory monitoring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Adaptive Learning: System improves based on execution history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User-Friendly Interface: Modern dark theme with intuitive controls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Flexible Deployment: Works on local machines, Vercel, and Railway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 Dependencies: DAG-based scheduling for complex workflows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Visual Priority Queue: Shows AI-ranked task list in real-time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Success Rate Tracking: Monitors task completion statistics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Integration with Machine Learning models for better prediction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Multi-user support with authentication and authorization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Distributed scheduling across multiple nodes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Support for more data stores (PostgreSQL, MongoDB)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Mobile app development for iOS and Android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Integration with Slack, Teams for notifications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Advanced analytics and reporting dashboard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Auto-scaling based on task load and resource availability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Support for container orchestration (Docker, Kubernetes)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Real-time collaboration features for team task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TaskMind successfully demonstrates AI-powered task scheduling with practical applications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The system effectively combines deadline, complexity, and history factors for smart prioritization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Real-time monitoring provides valuable insights into system resource utilization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The web interface makes task management accessible to non-technical users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Project showcases integration of OS scheduling concepts with modern web technologies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Demonstrates practical implementation of APScheduler beyond basic usage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Provides a foundation for building more sophisticated scheduling systems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E2E8F0"/>
                </a:solidFill>
                <a:latin typeface="Times New Roman"/>
              </a:defRPr>
            </a:pPr>
            <a:r>
              <a:t>• Successfully bridges the gap between theoretical concepts and real-world applications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  <a:latin typeface="Times New Roman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Times New Roman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Times New Roman"/>
              </a:defRPr>
            </a:pPr>
            <a:r>
              <a:t>APScheduler Docs, FastAPI Docs, Tailwind CSS, Chart.js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